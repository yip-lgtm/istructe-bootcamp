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IStructE CM Exam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GUIDEBOOK p1-p60 Teaching Slides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StructClaw Mentor Bootcamp — Phase 1 Foundation Mastery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Court Q1 July 2025 | Section 1(a) Focus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15個月 Bootcamp 結構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 Mastery (Month 1–5)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徹底學透 GUIDEBOOK + Mastery Vol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每堂 focus 1–2 section（schemes, load path, stability）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每堂必須手畫 sketch + assumptions + carbon calculation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目標：5個月完畢，全部 section 做到 9.5+/10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&amp; 3 簡介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2（Month 6–11）：每10–14日做1份 full past paper（共15份）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3（Month 12–15）：Timed 7小時 mock + 針對弱點（stability、foundation、carbon）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p1–p10：Exam Format &amp; Marking Scheme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1(a) — Two Distinct and Viable Schemes (最重要，約40–50 marks)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Initial Thoughts + Design Appraisal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Assumptions（必須 quantitative + link to project）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Schemes（RC vs Steel）with clear distinction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Recommendations + Sustainability as primary discriminator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1(b) + Section 2(c)(d)(e) 簡介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1(b)：Client Letter or Wind Load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2(c)：Calculations（Slab/Beam/Column/Foundation + Carbon）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2(d)：Drawings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2(e)：Method Statement + Programme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Framing (Steel) — 核心原則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p59–61 重點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用 Grid + Dimension 清楚表達空間安排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Braced Core / Braced Frame 要用 X-bracing 或 Chevron 清楚顯示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Transfer Truss / Hanger Column / Vierendeel 一定要畫 Section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Axis of Symmetry（L2/L3 分界）要標紅線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Cantilever / Hanger 要標明 span 及 direction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Court 應用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Atrium 用 Roof Truss + Hanger Column 解決 column-free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East/West Pods 用 Cantilever Beams 或 Vierendeel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若需 Movement Joint（&gt;50m），用 Double Column + M.J.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Transfer &amp; Stability (Steel Scheme)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Load Path（p62–65）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Load → Composite Slab (M) → Steel Beam (M) → Hanger Column (A) / Steel Column (A) → Transfer Beam/Truss (A/M) → Foundation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Load（p66–68）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Braced Frame + Braced Core（Steel Scheme 推薦）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External Cladding → Floor Diaphragm → Braced Bays → Foundation（Axial Tension/Compression）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Wall：Shear + Bending（Cantilever）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Rigid Frame：只適合小跨度，鋼結構少用（材料多 + connection 複雜）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Considerations（p52–53, p70）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Movement Joint（&gt;50m 必須）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Double Column + M.J. 分開兩個獨立結構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各自有自己 Bracing / Core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Long Span / Cantilever → Pre-cambering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Wind Load Control → Top drift &lt; H/500, Inter-storey &lt; H/400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Asymmetrical Core → Torsion → 額外 Bracing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Inclined Column → 額外 Axial + Bending（詳細設計檢查）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Distinction Tip：每一個 Consideration 都要 link 返 client requirements + sustainability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as Primary Discriminator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每一個 Scheme 都要有清晰的 Sustainability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Embodied Carbon（A1–A3）：RC ~250 kgCO₂/m³ vs Steel ~180 kgCO₂/m³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Carbon：RC 有 thermal mass 優勢（~15% 節省）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Efficiency：Span-to-depth ratio、Prefabrication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Circular Economy：Future adaptability、Deconstruction、Material reuse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Whole-life Carbon：60-year design life 考慮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Court 推薦：Scheme 1 (RC PT Flat Slab) — 更好 thermal mass + lower whole-life carbon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Court Q1 July 2025 應用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2 (Composite Steel) 重點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Function Framing：Braced Core + Roof Truss + Hanger Column 解決 Atrium column-free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Pods：Cantilever Beams 或 Vierendeel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Load Path：清楚顯示 Hanger Column (A) + Transfer Truss (AT)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Lateral：Braced Core + Braced Frame（最有效）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Other Considerations：Movement Joint（若需要）、Long Span Cantilever、Asymmetrical 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記住：每一個元素都要 link 返 client requirements + sustainability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Hand-draw Practice（Distinction 關鍵）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每堂必須練習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Function Framing Plan（GF + Typical Floor）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Section B-B（highlight Transfer Truss / Hanger / Bracing）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Load Path Diagram（簡單 flow chart + M/A 標註）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Lateral Stability Diagram（Braced Core + Braced Bays）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Assumptions（V_s = 23 m/s, q = 0.325 kN/m², c_e ≈ 2.0 等）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Distinction 標準：圖則清晰、dimension 準確、load path 清楚、sustainability 有數據支持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 &amp; 下一步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p1–p60 核心 takeaway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Function Framing 要清楚展示 client requirements（column-free, atrium, pods）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Load Path 必須用簡單 flow chart + M/A 標註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Steel Scheme 推薦 Braced Core + Braced Frame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Other Considerations（Movement Joint, Long Span, Wind）要 link 返 project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Sustainability 作為 primary discriminator（有數據支持）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下一步：Session 8 — Slab/Beam Sizing + Carbon Calculation（Section 2(c) intro）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IStructE CM Exam - GUIDEBOOK p1-p60 Teaching Slides</dc:title>
  <dc:subject>Phase 1 Foundation Mastery - Law Court Q1 July 2025</dc:subject>
  <dc:creator>StructClaw Mentor</dc:creator>
  <cp:lastModifiedBy>StructClaw Mentor</cp:lastModifiedBy>
  <cp:revision>1</cp:revision>
  <dcterms:created xsi:type="dcterms:W3CDTF">2026-06-01T09:49:37Z</dcterms:created>
  <dcterms:modified xsi:type="dcterms:W3CDTF">2026-06-01T09:49:37Z</dcterms:modified>
</cp:coreProperties>
</file>